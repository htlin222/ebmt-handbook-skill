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2f8e4f0-9ffa-4b3f-173f-451e00e62b3e}">
          <p14:sldIdLst>
            <p14:sldId id="256"/>
            <p14:sldId id="257"/>
          </p14:sldIdLst>
        </p14:section>
        <p14:section name="AML in CR1" id="{5c627105-0292-3e71-2d09-73c325bf9099}">
          <p14:sldIdLst>
            <p14:sldId id="258"/>
            <p14:sldId id="259"/>
            <p14:sldId id="260"/>
            <p14:sldId id="261"/>
            <p14:sldId id="262"/>
            <p14:sldId id="263"/>
            <p14:sldId id="264"/>
          </p14:sldIdLst>
        </p14:section>
        <p14:section name="Advanced AML" id="{72732df7-aaa4-3dd6-f118-f4571ed1b478}">
          <p14:sldIdLst>
            <p14:sldId id="265"/>
            <p14:sldId id="266"/>
            <p14:sldId id="267"/>
          </p14:sldIdLst>
        </p14:section>
        <p14:section name="APL and children" id="{eac0f929-6e99-dfd2-acd2-14b666adeb9d}">
          <p14:sldIdLst>
            <p14:sldId id="268"/>
            <p14:sldId id="269"/>
            <p14:sldId id="270"/>
            <p14:sldId id="271"/>
          </p14:sldIdLst>
        </p14:section>
        <p14:section name="Board questions" id="{8fe274c5-4ccf-5792-e6a8-18a838a4c3ce}">
          <p14:sldIdLst>
            <p14:sldId id="272"/>
            <p14:sldId id="273"/>
            <p14:sldId id="274"/>
            <p14:sldId id="275"/>
            <p14:sldId id="276"/>
            <p14:sldId id="277"/>
          </p14:sldIdLst>
        </p14:section>
        <p14:section name="References" id="{b0760968-ceb4-06ab-5ba2-578c83063e9b}">
          <p14:sldIdLst>
            <p14:sldId id="278"/>
            <p14:sldId id="279"/>
            <p14:sldId id="280"/>
            <p14:sldId id="281"/>
          </p14:sldIdLst>
        </p14:section>
        <p14:section name="Backup" id="{1eee004e-cb3d-113c-933b-f4c73d2c736b}">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48256"/>
                <a:gridCol w="4288536"/>
                <a:gridCol w="4480560"/>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ELN 2022 risk + MRD +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Poor-risk genetics (about 30%) ± early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HCT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Favorable MRD−; APL in molecular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CBF, NPM1, CEBPA bZIP; APL; ML-DS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Refractory AML: MAC if &lt; 50 y; no preferred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TBI-free; BU/CY with BU drug monitoring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Mostly unrelated or haplo; mostly PBSC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MFD or MUD; bone marrow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Estimate with HCT-CI or EBMT score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Below 10% achievable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 cause of failure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CR2 then HCT; second HCT TRM &gt;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80944"/>
                <a:gridCol w="4288536"/>
                <a:gridCol w="354787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sensitive; isoform for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Artefacts,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7091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+8 is the commonest extra anomaly; karyotype is falsely negative or inadequate in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2026-10-09T16:10:33Z</dcterms:created>
  <dcterms:modified xsi:type="dcterms:W3CDTF">2026-10-09T16:10:33Z</dcterms:modified>
</cp:coreProperties>
</file>